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5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1.gif" ContentType="image/gif"/>
  <Override PartName="/ppt/media/image5.png" ContentType="image/png"/>
  <Override PartName="/ppt/media/image14.png" ContentType="image/png"/>
  <Override PartName="/ppt/media/image10.jpeg" ContentType="image/jpeg"/>
  <Override PartName="/ppt/media/image9.png" ContentType="image/png"/>
  <Override PartName="/ppt/media/image18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12.png" ContentType="image/png"/>
  <Override PartName="/ppt/media/image3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.jpeg" ContentType="image/jpeg"/>
  <Override PartName="/ppt/media/image21.png" ContentType="image/png"/>
  <Override PartName="/ppt/media/image19.png" ContentType="image/png"/>
  <Override PartName="/ppt/media/image6.png" ContentType="image/png"/>
  <Override PartName="/ppt/media/image15.png" ContentType="image/png"/>
  <Override PartName="/ppt/media/image2.jpeg" ContentType="image/jpeg"/>
  <Override PartName="/ppt/media/image7.png" ContentType="image/png"/>
  <Override PartName="/ppt/media/image16.png" ContentType="image/png"/>
  <Override PartName="/ppt/media/image8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7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1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B67D7D-223C-40CE-83BD-105E715E3B83}" type="slidenum">
              <a: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B8ADA6-D281-4554-A668-946140E76FAC}" type="slidenum">
              <a: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D811F83-CBE6-47C0-8BC2-4FA9F1454F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E4310AC-65D6-4ADB-8A4E-ABBE2219F2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stomShape 1"/>
          <p:cNvSpPr/>
          <p:nvPr/>
        </p:nvSpPr>
        <p:spPr>
          <a:xfrm>
            <a:off x="4832280" y="5215320"/>
            <a:ext cx="98640" cy="567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4832280" y="5215320"/>
            <a:ext cx="98640" cy="567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stomShape 1"/>
          <p:cNvSpPr/>
          <p:nvPr/>
        </p:nvSpPr>
        <p:spPr>
          <a:xfrm>
            <a:off x="4832280" y="5215320"/>
            <a:ext cx="98640" cy="567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4832280" y="5215320"/>
            <a:ext cx="98640" cy="567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4832280" y="5215320"/>
            <a:ext cx="98640" cy="567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4832280" y="5215320"/>
            <a:ext cx="98640" cy="567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4832280" y="5215320"/>
            <a:ext cx="98640" cy="5670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704FB2-390E-42EC-9BDE-0E524551FE47}" type="slidenum">
              <a: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A18A09-CB23-460F-B480-DCFF68DB84D9}" type="slidenum">
              <a:rPr b="0" lang="bg-BG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3381840" y="5215320"/>
            <a:ext cx="3006720" cy="302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bg-BG" sz="1400" strike="noStrike" u="non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Network Programmability kit for Ultra96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3229200" y="5216040"/>
            <a:ext cx="3663360" cy="303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bg-BG" sz="1400" strike="noStrike" u="non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Network Programmability kit for Ultra96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3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8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36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5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53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5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24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9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9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62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hyperlink" Target="https://lightside-instruments.com/" TargetMode="External"/><Relationship Id="rId4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2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datatracker.ietf.org/doc/draft-ietf-bmwg-network-tester-cfg" TargetMode="External"/><Relationship Id="rId7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gif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www.96boards.org/specifications/" TargetMode="External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gif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datatracker.ietf.org/doc/html/draft-ietf-bmwg-network-tester-cfg-05" TargetMode="External"/><Relationship Id="rId2" Type="http://schemas.openxmlformats.org/officeDocument/2006/relationships/hyperlink" Target="https://github.com/vlvassilev/yuma123/blob/master/example-modules/ietf-traffic-generator/ietf-traffic-generator.c" TargetMode="External"/><Relationship Id="rId3" Type="http://schemas.openxmlformats.org/officeDocument/2006/relationships/hyperlink" Target="https://github.com/vlvassilev/yuma123/blob/master/example-modules/ietf-traffic-analyzer/ietf-traffic-analyzer.c" TargetMode="External"/><Relationship Id="rId4" Type="http://schemas.openxmlformats.org/officeDocument/2006/relationships/hyperlink" Target="https://github.com/vlvassilev/yuma123/blob/master/example-modules/ietf-traffic-generator/traffic-generator.c" TargetMode="External"/><Relationship Id="rId5" Type="http://schemas.openxmlformats.org/officeDocument/2006/relationships/hyperlink" Target="https://github.com/vlvassilev/yuma123/blob/master/example-modules/ietf-traffic-generator/traffic-analyzer.c" TargetMode="External"/><Relationship Id="rId6" Type="http://schemas.openxmlformats.org/officeDocument/2006/relationships/hyperlink" Target="https://github.com/vlvassilev/network-interconnect-tester-cores/blob/master/lib/hw/lsi/cores/rtclock/hdl/rtclock.v" TargetMode="External"/><Relationship Id="rId7" Type="http://schemas.openxmlformats.org/officeDocument/2006/relationships/hyperlink" Target="https://github.com/vlvassilev/network-interconnect-tester-cores/blob/master/lib/sw/lsi/cores/traffic-generator-gmii/traffic-generator-gmii.c" TargetMode="External"/><Relationship Id="rId8" Type="http://schemas.openxmlformats.org/officeDocument/2006/relationships/hyperlink" Target="https://github.com/vlvassilev/network-interconnect-tester-cores/blob/master/lib/hw/lsi/cores/traffic_generator_gmii/hdl/traffic_generator_gmii.v" TargetMode="External"/><Relationship Id="rId9" Type="http://schemas.openxmlformats.org/officeDocument/2006/relationships/hyperlink" Target="https://github.com/lightside-instruments/network-interconnect-tester-cores/blob/master/lib/sw/lsi/cores/traffic-analyzer-gmii/traffic-analyzer-gmii.c" TargetMode="External"/><Relationship Id="rId10" Type="http://schemas.openxmlformats.org/officeDocument/2006/relationships/hyperlink" Target="https://github.com/vlvassilev/network-interconnect-tester-cores/blob/master/lib/hw/lsi/cores/traffic_analyzer_gmii/hdl/traffic_analyzer_gmii.v" TargetMode="External"/><Relationship Id="rId1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4"/>
          <p:cNvSpPr/>
          <p:nvPr/>
        </p:nvSpPr>
        <p:spPr>
          <a:xfrm>
            <a:off x="457200" y="151560"/>
            <a:ext cx="9067680" cy="9914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Single-board computer designs based entirely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 FPGA and soft-core CPU as replacement for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Raspberry Pi and Ultra96 boards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2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Vladimir Vassilev, Lightside Instruments AS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2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FPGA Forum 2026, Trondheim 11-12 February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338200" y="2286000"/>
            <a:ext cx="4291200" cy="321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456840" y="1657440"/>
            <a:ext cx="4014360" cy="267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4671000" y="1657440"/>
            <a:ext cx="401436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5"/>
          <p:cNvSpPr/>
          <p:nvPr/>
        </p:nvSpPr>
        <p:spPr>
          <a:xfrm>
            <a:off x="457200" y="506160"/>
            <a:ext cx="822780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Lightside Instruments AS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638240" y="2358360"/>
            <a:ext cx="4047120" cy="19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bg-BG" sz="1200" strike="noStrike" u="none">
                <a:solidFill>
                  <a:srgbClr val="535353"/>
                </a:solidFill>
                <a:effectLst/>
                <a:uFillTx/>
                <a:latin typeface="LM Mono 10"/>
                <a:ea typeface="Calibri"/>
              </a:rPr>
              <a:t>Established 2019, Oslo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200" strike="noStrike" u="sng">
                <a:solidFill>
                  <a:srgbClr val="0000ee"/>
                </a:solidFill>
                <a:effectLst/>
                <a:uFillTx/>
                <a:latin typeface="LM Mono 10"/>
                <a:ea typeface="Calibri"/>
                <a:hlinkClick r:id="rId3"/>
              </a:rPr>
              <a:t>https://lightside-instruments.com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200" strike="noStrike" u="none">
                <a:solidFill>
                  <a:srgbClr val="535353"/>
                </a:solidFill>
                <a:effectLst/>
                <a:uFillTx/>
                <a:latin typeface="LM Mono 10"/>
                <a:ea typeface="Calibri"/>
              </a:rPr>
              <a:t>Specializes in model defined test and measurement instruments for network interconnect device testing.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200" strike="noStrike" u="none">
                <a:solidFill>
                  <a:srgbClr val="535353"/>
                </a:solidFill>
                <a:effectLst/>
                <a:uFillTx/>
                <a:latin typeface="LM Mono 10"/>
                <a:ea typeface="Calibri"/>
              </a:rPr>
              <a:t>* yuma123 package in Debian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200" strike="noStrike" u="none">
                <a:solidFill>
                  <a:srgbClr val="535353"/>
                </a:solidFill>
                <a:effectLst/>
                <a:uFillTx/>
                <a:latin typeface="LM Mono 10"/>
                <a:ea typeface="Calibri"/>
              </a:rPr>
              <a:t>* draft-ietf-bmwg-network-tester-cfg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200" strike="noStrike" u="none">
                <a:solidFill>
                  <a:srgbClr val="535353"/>
                </a:solidFill>
                <a:effectLst/>
                <a:uFillTx/>
                <a:latin typeface="LM Mono 10"/>
                <a:ea typeface="Calibri"/>
              </a:rPr>
              <a:t>* IP core reference implementation of the draft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200" strike="noStrike" u="none">
                <a:solidFill>
                  <a:srgbClr val="535353"/>
                </a:solidFill>
                <a:effectLst/>
                <a:uFillTx/>
                <a:latin typeface="LM Mono 10"/>
                <a:ea typeface="Calibri"/>
              </a:rPr>
              <a:t>* OSHWA no000002 - no000007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200" strike="noStrike" u="none">
                <a:solidFill>
                  <a:srgbClr val="535353"/>
                </a:solidFill>
                <a:effectLst/>
                <a:uFillTx/>
                <a:latin typeface="LM Mono 10"/>
                <a:ea typeface="Calibri"/>
              </a:rPr>
              <a:t>* Open source RFC2544 implementation based on the above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1177560" y="1100520"/>
            <a:ext cx="3634200" cy="132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1122840" y="1986840"/>
            <a:ext cx="3558240" cy="201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" descr=""/>
          <p:cNvPicPr/>
          <p:nvPr/>
        </p:nvPicPr>
        <p:blipFill>
          <a:blip r:embed="rId3"/>
          <a:stretch/>
        </p:blipFill>
        <p:spPr>
          <a:xfrm>
            <a:off x="5369040" y="657360"/>
            <a:ext cx="4190400" cy="281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4"/>
          <a:stretch/>
        </p:blipFill>
        <p:spPr>
          <a:xfrm>
            <a:off x="5618160" y="3537720"/>
            <a:ext cx="3791160" cy="215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5"/>
          <a:stretch/>
        </p:blipFill>
        <p:spPr>
          <a:xfrm>
            <a:off x="1122840" y="3435120"/>
            <a:ext cx="2954880" cy="22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/>
          <p:nvPr/>
        </p:nvSpPr>
        <p:spPr>
          <a:xfrm>
            <a:off x="504000" y="251640"/>
            <a:ext cx="906696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700"/>
              </a:spcBef>
            </a:pPr>
            <a:r>
              <a:rPr b="0" lang="en-US" sz="1979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Network testers (traffic-generator and traffic-analyzer).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00"/>
              </a:spcBef>
            </a:pPr>
            <a:r>
              <a:rPr b="0" lang="en-US" sz="1979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Proprietary or </a:t>
            </a:r>
            <a:r>
              <a:rPr b="0" lang="en-US" sz="2400" strike="noStrike" u="sng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6"/>
              </a:rPr>
              <a:t>draft-ietf-bmwg-network-tester-cfg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03640" y="1511640"/>
            <a:ext cx="3621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03640" y="2894040"/>
            <a:ext cx="3621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03640" y="4283640"/>
            <a:ext cx="3754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911120" y="1886040"/>
            <a:ext cx="3754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924800" y="4535640"/>
            <a:ext cx="3621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-457200" y="-1600200"/>
            <a:ext cx="11277360" cy="845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Any processing function."/>
          <p:cNvPicPr/>
          <p:nvPr/>
        </p:nvPicPr>
        <p:blipFill>
          <a:blip r:embed="rId1"/>
          <a:stretch/>
        </p:blipFill>
        <p:spPr>
          <a:xfrm>
            <a:off x="181800" y="1680120"/>
            <a:ext cx="9447840" cy="243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2"/>
          <p:cNvSpPr/>
          <p:nvPr/>
        </p:nvSpPr>
        <p:spPr>
          <a:xfrm>
            <a:off x="503640" y="226800"/>
            <a:ext cx="9065160" cy="9374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CustomShape 8"/>
          <p:cNvSpPr/>
          <p:nvPr/>
        </p:nvSpPr>
        <p:spPr>
          <a:xfrm>
            <a:off x="504000" y="858960"/>
            <a:ext cx="8746560" cy="39250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Cores: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1 xilinx.com:ip:zynq_ultra_ps_e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4 xilinx.com:ip:gig_ethernet_pcs_pma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8 lightside-instruments.com:ip:gmii_mux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2 lightside-instruments.com:ip:traffic_generator_gmii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2 lightside-instruments.com:ip:traffic_analyzer_gmii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2 lightside-instruments.com:ip:rtclock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6 xilinx.com:ip:axi_ethernet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6 xilinx.com:ip:axi_dma axi_ethernet_0_dma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1 xilinx.com:ip:axi_intc:4.1 axi_intc_0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3 xilinx.com:ip:clk_wiz:6.0 clk_wiz_1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3 xilinx.com:ip:axi_uart16550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* 1 xilinx.com:ip:axi_gpio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ustomShape 9"/>
          <p:cNvSpPr/>
          <p:nvPr/>
        </p:nvSpPr>
        <p:spPr>
          <a:xfrm>
            <a:off x="9373680" y="5258160"/>
            <a:ext cx="195120" cy="2894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r">
              <a:lnSpc>
                <a:spcPct val="100000"/>
              </a:lnSpc>
            </a:pPr>
            <a:fld id="{642EC127-9079-4045-925B-CEDACFBBAAAA}" type="slidenum">
              <a:rPr b="0" lang="bg-BG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ustomShape 10"/>
          <p:cNvSpPr/>
          <p:nvPr/>
        </p:nvSpPr>
        <p:spPr>
          <a:xfrm>
            <a:off x="3213000" y="425520"/>
            <a:ext cx="28314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bg-BG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IP cores used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 flipH="1">
            <a:off x="6304320" y="1008000"/>
            <a:ext cx="3038040" cy="393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Getting Started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https://www.hackster.io/lightside-instruments/network-programmability-kit-for-ultra96-07435c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Targets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Ultra96 (Vivado)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Simulation (presented 2025)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LiteX boards (presenting now)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- https://github.com/lightside-instruments/network-interconnect-tester-cores/tree/master/systems/litex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1828800" y="57240"/>
            <a:ext cx="7315200" cy="548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problem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Ultra96 module discontinued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57560" y="2514600"/>
            <a:ext cx="5540400" cy="246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7207560" y="997920"/>
            <a:ext cx="2622240" cy="174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Why was Ultra96 so good?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96boards modular design with 11GHz High speed connector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Forever license for Vivado (for designing with Ultra96)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Nice price &lt; $300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SerDes 6x pairs +1 (6x SFP+ 1Gb Ethernet)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Runs Debian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Enough programmable logic resources for the network tester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good news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designed our system around 96boards specification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not Ultra96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https://www.96boards.org/specifications/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Good progress has been made on forging LiteX, yosys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they can replace Vivado for our specific needs.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still have the cocotb simulation target so that our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standardization effort has a fallback reference design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implementation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solution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Design 2 independent open-source hardware substitution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boards supported in Litex and Yosys (Lattice ecp5um-85f and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Colognechip gatemate)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96boards form factor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softcore CPU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 run Debian (ideally).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Selecting reference hardware designs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OrangeCrab (ECP5-85F) – KiCAD 0.5 mm BGP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Olimex (Gatemate) – KiCAD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Colognechip Eval Board – SerDes SMA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Lattice Versa ECP5 – SerDes SMA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Why use FPGA with softcore CPU?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100% transparent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Easy to deploy on different platforms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Scalable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Independence from proprietary components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457200" y="914400"/>
            <a:ext cx="9142920" cy="40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0" y="42120"/>
            <a:ext cx="10079280" cy="550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360" y="42120"/>
            <a:ext cx="10079280" cy="550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-360" y="0"/>
            <a:ext cx="9217440" cy="502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6"/>
          <p:cNvSpPr/>
          <p:nvPr/>
        </p:nvSpPr>
        <p:spPr>
          <a:xfrm>
            <a:off x="503640" y="226800"/>
            <a:ext cx="9061200" cy="933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Design and implementation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ustomShape 5"/>
          <p:cNvSpPr/>
          <p:nvPr/>
        </p:nvSpPr>
        <p:spPr>
          <a:xfrm>
            <a:off x="601920" y="1108440"/>
            <a:ext cx="9064080" cy="4415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NETCONF Server (Model (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1"/>
              </a:rPr>
              <a:t>YANG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), Implementation Generator module (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2"/>
              </a:rPr>
              <a:t>C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), Analyzer module (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3"/>
              </a:rPr>
              <a:t>C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))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TRAFFIC-GENERATOR-SW (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4"/>
              </a:rPr>
              <a:t>C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)              TRAFFIC-ANALYZER-SW (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5"/>
              </a:rPr>
              <a:t>C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|                                      |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Socket API                             Socket API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|               \   |   /              |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Kernel      Sync -&gt;{RTCLOCK}(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6"/>
              </a:rPr>
              <a:t>Verilog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)  Kernel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|          PPS  /   |   \              |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DMA                                    DMA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| [AXI]                                | [AXI]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MAC  TRAFFIC-GENERATOR-HW (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7"/>
              </a:rPr>
              <a:t>C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,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8"/>
              </a:rPr>
              <a:t>Verilog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)  MAC    TRAFFIC-ANALYZER-HW (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9"/>
              </a:rPr>
              <a:t>C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,</a:t>
            </a:r>
            <a:r>
              <a:rPr b="0" lang="en-US" sz="1000" strike="noStrike" u="sng">
                <a:solidFill>
                  <a:srgbClr val="0000ff"/>
                </a:solidFill>
                <a:effectLst/>
                <a:uFillTx/>
                <a:latin typeface="Liberation Mono;Courier New"/>
                <a:ea typeface="DejaVu Sans"/>
                <a:hlinkClick r:id="rId10"/>
              </a:rPr>
              <a:t>Verilog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\   /                                 |       |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\ /                                  |       |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GMII_MUX                               +---+---+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| [GMII]                                | [GMII]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PHY                                     PHY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|                                       |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SFP+ TX                                 SFP+ RX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|                                       |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+-&gt;-----------------------------------&gt;-+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ustomShape 6"/>
          <p:cNvSpPr/>
          <p:nvPr/>
        </p:nvSpPr>
        <p:spPr>
          <a:xfrm>
            <a:off x="9372960" y="5257440"/>
            <a:ext cx="191880" cy="2858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r">
              <a:lnSpc>
                <a:spcPct val="100000"/>
              </a:lnSpc>
            </a:pPr>
            <a:fld id="{512D588E-2F21-4899-A196-4C5D060A76AE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1007640" y="4825800"/>
            <a:ext cx="4627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 - underlined text has links to repositories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8560" cy="550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532440" y="228600"/>
            <a:ext cx="9067680" cy="9914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user@xps:~/lsi/code/rfc2544-benchmark/example$ ../rfc2544-benchmark --config=config.xml --dst-node=tester0 --dst-node-interface=eth1 --src-node=tester0 --src-node-interface=eth0 --dst-mac-address="70:B3:D5:EC:20:10" --src-mac-address="70:B3:D5:EC:20:11" --dst-ipv4-address="192.168.1.145" --src-ipv4-udp-port=49184 --src-ipv4-address="192.168.0.145" --frame-size=64 --trial-time=2 --speed=10000 --simulation | tee rfc2544-benchmark-report-full.log | grep ^# | tee rfc2544-benchmark-report.log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#===Throughput===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#1 14.880952 pps, 20 octets interframe gap, 100.00% ... 15 / 29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#2 7.911392 pps, 94 octets interframe gap, 53.16% ... 15 / 15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#3 11.363636 pps, 46 octets interframe gap, 76.36% ... 22 / 22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#4 13.020833 pps, 32 octets interframe gap, 87.50% ... 26 / 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#5 13.888889 pps, 26 octets interframe gap, 93.33% ... 27 / 27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#6 14.367816 pps, 23 octets interframe gap, 96.55% ... 28 / 28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#7 14.534884 pps, 22 octets interframe gap, 97.67% ... 29 / 29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#8 14.705882 pps, 21 octets interframe gap, 98.82% ... 29 / 29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#Result: 14.705882 pps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#===Latency===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#Measurement style - bit forwarding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#1 24 ns (min=24 ns, max=24 ns) ... 29 / 29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...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#20 24 ns (min=24 ns, max=24 ns) ... 29 / 29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#Result: 24.000000 nanoseconds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#===Frame loss rate===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#1 100% rate, 48% loss, (100.000000% rate actual), 14.880952 pps (14.880952 pps actual), 20 octets interframe gap ... 15 / 29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#2 90% rate, 0% loss, (89.361702% rate actual), 13.392857 pps (13.297872 pps actual), 30 octets interframe gap ... 26 / 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#3 80% rate, 0% loss, (80.000000% rate actual), 11.904762 pps (11.904762 pps actual), 41 octets interframe gap ... 23 / 23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#===Back to back frames===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#1 2 back-to-back frames ... 1 / 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#Result: 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029200" y="4911120"/>
            <a:ext cx="2513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FreeMono"/>
                <a:ea typeface="DejaVu Sans"/>
              </a:rPr>
              <a:t>sim_time_ns=1565330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-7920" y="74880"/>
            <a:ext cx="10078560" cy="550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Any processing function."/>
          <p:cNvPicPr/>
          <p:nvPr/>
        </p:nvPicPr>
        <p:blipFill>
          <a:blip r:embed="rId1"/>
          <a:stretch/>
        </p:blipFill>
        <p:spPr>
          <a:xfrm>
            <a:off x="181800" y="1680120"/>
            <a:ext cx="9447480" cy="243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CustomShape 40"/>
          <p:cNvSpPr/>
          <p:nvPr/>
        </p:nvSpPr>
        <p:spPr>
          <a:xfrm>
            <a:off x="503640" y="68040"/>
            <a:ext cx="9059400" cy="93240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Model defined pre-silicon testing environment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316000" y="4283640"/>
            <a:ext cx="15109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...</a:t>
            </a:r>
            <a:br>
              <a:rPr sz="1000"/>
            </a:b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sim-run 1000 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sim-finish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701720" y="3527640"/>
            <a:ext cx="132084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Alternatives: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*Cadence/Spirent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228600" y="1255320"/>
            <a:ext cx="9828720" cy="42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Control plane - (Configuration and state data -&gt; register read/write -&gt; AXI bus transactions)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plane - (GMII)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eth0     NETCONF Server (YANG Model)    eth1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|                                        |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| AXI                                    | AXI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|                  (GMII)    (GMII)      |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TRAFFIC-GENERATOR (HW) --  DUT0  -- TRAFFIC-ANALYZER (HW)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\             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\           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           RTCLOCK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6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DUT0 is FILTER0 when we the actual DUT is the TRAFFIC-GENERATOR or the TRAFFIC-ANALYZER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Topology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it works (abstract)?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Dependencies cocotb, cocotb-bus, cocotb-axiext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Topology instantiation tester_loop.v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User defined cocotb socket loop handler in tester_loop.py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Test program (reg-read, reg-write, sim-run, sim-finish)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it works (details)?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https://github.com/lightside-instruments/network-interconnect-tester-cores/blob/master/systems/simulation/README.md tested on Debian bookworm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Repository with simulation output files (log files and trace file tester_loop.fst) https://github.com/lightside-instruments/network-interconnect-tester-cores/tree/0.54-simreport/systems/simulation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8560" cy="550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3"/>
          <p:cNvSpPr/>
          <p:nvPr/>
        </p:nvSpPr>
        <p:spPr>
          <a:xfrm>
            <a:off x="57240" y="152280"/>
            <a:ext cx="9067680" cy="99144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...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traffic_generator_gmii #(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.C_S_AXI_DATA_WIDTH(C_S_AXI_DATA_WIDTH),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.C_S_AXI_ADDR_WIDTH(C_S_AXI_ADDR_WIDTH),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.C_BASEADDR(TG_BASEADDR)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) traffic_generator_gmii0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(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.clk(clk),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.resetn(resetn_),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.gmii_d(gmii_d_tg),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.gmii_en(gmii_en_tg),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.gmii_er(gmii_er_tg),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.sec(sec_),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.nsec(nsec_),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// AXI Lite ports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.S_AXI_ACLK(S_AXI_TG_ACLK),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.S_AXI_ARESETN(S_AXI_TG_ARESETN),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...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.S_AXI_WDATA(S_AXI_TG_WDATA),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.S_AXI_WSTRB(S_AXI_TG_WSTRB),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.S_AXI_WVALID(S_AXI_TG_WVALID),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.S_AXI_BREADY(S_AXI_TG_BREADY),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.S_AXI_ARADDR(S_AXI_TG_ARADDR),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.S_AXI_RVALID(S_AXI_TG_RVALID),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.S_AXI_WREADY(S_AXI_TG_WREADY),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.S_AXI_BRESP(S_AXI_TG_BRESP),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.S_AXI_BVALID(S_AXI_TG_BVALID),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    .S_AXI_AWREADY(S_AXI_TG_AWREADY)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                       );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DejaVu Sans"/>
              </a:rPr>
              <a:t>...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358360" y="457200"/>
            <a:ext cx="907056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tester_loop.v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tester_loop.py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1109160"/>
            <a:ext cx="9828720" cy="41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import cocotb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from cocotb.triggers import FallingEdge, Timer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from cocotbext.axi import AxiLiteMaster, AxiLiteBus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# open simulation control socket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server = socket.socket(socket.AF_UNIX, socket.SOCK_STREAM)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server.bind("/tmp/simulation")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conn, addr = server.accept()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data = await axi_master.read(address, 4)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...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await axi_master.write(address, int(args[2],16).to_bytes(4, 'little'))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await Timer(int(args[1]), units=args[2])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360" y="278640"/>
            <a:ext cx="10074240" cy="566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3906720" y="503640"/>
            <a:ext cx="5915520" cy="503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bg-BG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0" y="278640"/>
            <a:ext cx="10074240" cy="566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-7920" y="74880"/>
            <a:ext cx="10078560" cy="550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0" y="-15120"/>
            <a:ext cx="10078560" cy="550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Running the simulation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1109160"/>
            <a:ext cx="9828720" cy="46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user@xps:~/lsi/code/network-interconnect-tester-cores-git/systems/simulation$ make -f Makefile.cocotb MODULE=tester_loop WAVES=1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Receiving 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Received: write 0x10000054 0x00000004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address=0x10000054, offset=0x00000054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1868320.00ns INFO     cocotb.tester_loop.S_AXI_TG        Write start addr: 0x10000054 prot: 2 data: 04 00 00 00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tic : time=          1868320000, sec=              0, nsec=   1868288, sec_next_pps=              0, pps=0, pps2=0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tic : time=          1868352000, sec=              0, nsec=   1868320, sec_next_pps=              0, pps=0, pps2=0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1868360.00ns INFO     cocotb.tester_loop.S_AXI_TG        Write complete addr: 0x10000054 prot: 2 resp: 0 length: 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bg-BG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Receiving 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stable is this framework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cocotb - 156 contributors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cocotb-axiext - 3 contributors (Alex Forencich)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bg-BG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awaiting adoption in Debian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529560" y="2286000"/>
            <a:ext cx="907056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End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529560" y="2286000"/>
            <a:ext cx="907056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bg-BG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The End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4240" cy="566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4240" cy="566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4240" cy="566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2025-02-06T09:10:26Z</dcterms:created>
  <dc:creator/>
  <dc:description/>
  <dc:language>en-US</dc:language>
  <cp:lastModifiedBy/>
  <cp:lastPrinted>2026-02-11T10:42:01Z</cp:lastPrinted>
  <dcterms:modified xsi:type="dcterms:W3CDTF">2026-02-11T14:31:34Z</dcterms:modified>
  <cp:revision>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